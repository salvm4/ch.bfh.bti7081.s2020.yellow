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3" r:id="rId4"/>
    <p:sldId id="264" r:id="rId5"/>
    <p:sldId id="265" r:id="rId6"/>
    <p:sldId id="262" r:id="rId7"/>
    <p:sldId id="259" r:id="rId8"/>
    <p:sldId id="260" r:id="rId9"/>
    <p:sldId id="261" r:id="rId10"/>
    <p:sldId id="25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2863A-89CB-49D7-BC91-14F6828C8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88806F-6D86-46D5-AFB2-D358FAA17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DED0F5-30DE-4777-9765-67C483FE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129F7-A64B-472F-BABC-B5B83B82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18EE0D-1B6B-4920-9AE3-AA352FE3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471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2EF9E-EEA8-4DB4-ABCF-3D8D11EA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D94A4-0B7B-4366-A127-AF99D812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9CE2A7-315F-4CB5-B479-A960038E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FDE3DD-04D5-40C6-8962-D12476AC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CEB826-3A73-4331-8E0B-BF733774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1432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71942-FD87-474D-A21A-D561DD3A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3F499D-D39A-489C-8FB7-27262D37B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C5F3B1-EB59-4D10-A23C-2E907CEF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49F317-0460-406B-8187-B1EBD601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4DFFEE-72DA-478E-A8D5-00DDD1B1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536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C6621-62B2-4991-A168-CF5359C4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773780-6CD9-4DC3-9D0F-D882244DB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F7109A-54EA-4ACB-9D18-7E3C9252F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8346F6-4C59-4E39-909F-1783215A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CF1FC1-F075-4303-A12F-065FFCF1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82FA61-144C-43AC-B1F8-932624AC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977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EE1A35-96F9-4B81-AF5E-67AAF7B6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D5C7DD-CE6C-4B00-87C9-0454D8098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FCD4A7-52B5-4DC3-A89D-F69E55AE4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5C24BA1-994F-443C-80A9-63F5FBDB0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EDAA3DB-EFE0-477C-A8A2-EDAF833CF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410DCF7-375C-4327-B3AA-EDE8D548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50F021E-BFF5-4AA4-9638-41303AE8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5FE2500-B88F-4244-A4F9-25ED50E9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245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4DD00E-A882-4AD2-B345-B23011A3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F13D81-9E85-47CC-A43D-9C01470B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F7E640-574C-4478-AAF0-6D2A4DAA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967A45-26DB-4E57-9384-C0E38AEE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8892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B6C249C-3E0A-4FE7-AF25-CB1848C6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5BC7CD-05F2-40E6-9946-902D7355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69B5BC-D78E-4610-B575-B81DA3D4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0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B4FF5B-A956-4EBE-A604-F8132345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D7467C-B683-446C-BB6D-3FCFC7AE3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545D08-F86C-48FF-9E65-0A69E0F6E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0D4A2C-F2B9-4F86-A835-4B7E2E96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B7A8B5-2D74-4870-B5C4-3029322F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397426-17A3-4B01-89B0-8D68F00D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442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B0474-BBDE-491D-8098-A222B2AE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5343934-93DA-4241-890C-324089D11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BB205D-1A68-487E-B72C-078671E30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6E09DD-216B-4C9A-8A22-65578C6F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5E5249-3DE1-41CF-B009-24030311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6D377F-97E4-4E04-9D9D-EB0A6C4B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146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2DBC95-074D-40A8-840C-AC115A98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FA2F7C-A0A7-4758-8B39-1944BB8C8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34509-E2A3-4FA3-9643-72589B04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DBBAF-3792-42DF-88A6-0713EEB3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6429C1-25CF-4C44-9545-4C88D2A2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508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5579954-C3A8-495B-9BB6-40AB73CD1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3BC391A-5DC0-4C62-86FF-857329852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0D51CC-F8CF-4261-90EB-29E7C18D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1C6497-AC6D-48F6-B177-1440A9FD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0CBCCF-D9A6-4342-B250-E5F174B2C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143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2A9A855-9BF8-4C07-98E4-C8503CC6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AD1445-4DF9-4CA3-BC23-AF90B3E3D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1F2C66-5E1C-4751-9449-3D3E93D3B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43824-0112-46A0-B48B-90EE79C73FA2}" type="datetimeFigureOut">
              <a:rPr lang="de-CH" smtClean="0"/>
              <a:t>08.06.2020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52117B-8CF9-4462-9C90-C17CF77F7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133528-96B5-496A-9D42-FBFF1732B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8CE6F-FFBB-4DE4-8F3D-33AADB24C6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766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14600B-37B7-4EF1-9460-7E316DD41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Task 9: Final </a:t>
            </a:r>
            <a:r>
              <a:rPr lang="de-CH" dirty="0" err="1"/>
              <a:t>Presentation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EDB41D-223E-4285-9298-4F5B7A3AD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de-CH" dirty="0"/>
              <a:t>Team Yellow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BA9BD41-72D4-4827-AA13-9EA2594282D2}"/>
              </a:ext>
            </a:extLst>
          </p:cNvPr>
          <p:cNvSpPr/>
          <p:nvPr/>
        </p:nvSpPr>
        <p:spPr>
          <a:xfrm>
            <a:off x="0" y="4691925"/>
            <a:ext cx="12192000" cy="1108364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1963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721D0-7905-4645-AFD7-DF35E163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Features </a:t>
            </a:r>
            <a:r>
              <a:rPr lang="de-CH" dirty="0" err="1"/>
              <a:t>implemented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Design </a:t>
            </a:r>
            <a:r>
              <a:rPr lang="de-CH" dirty="0" err="1"/>
              <a:t>Thinking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C88CCD-7D88-44EB-98C1-6D0E8296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Design </a:t>
            </a:r>
            <a:r>
              <a:rPr lang="de-CH" dirty="0" err="1"/>
              <a:t>thinking</a:t>
            </a:r>
            <a:r>
              <a:rPr lang="de-CH" dirty="0"/>
              <a:t>, Hauptansicht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8CBD77-D149-4BE1-AB81-B1F56E78B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416" y="1567005"/>
            <a:ext cx="4963384" cy="51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5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721D0-7905-4645-AFD7-DF35E163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Features </a:t>
            </a:r>
            <a:r>
              <a:rPr lang="de-CH" dirty="0" err="1"/>
              <a:t>implemented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Design </a:t>
            </a:r>
            <a:r>
              <a:rPr lang="de-CH" dirty="0" err="1"/>
              <a:t>Thinking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C88CCD-7D88-44EB-98C1-6D0E8296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Implementierte Hauptansicht</a:t>
            </a:r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8C5ABE-B783-43E1-9B10-C8086E0C5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12" y="2466581"/>
            <a:ext cx="10515600" cy="40262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72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721D0-7905-4645-AFD7-DF35E163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Features </a:t>
            </a:r>
            <a:r>
              <a:rPr lang="de-CH" dirty="0" err="1"/>
              <a:t>implemented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Design </a:t>
            </a:r>
            <a:r>
              <a:rPr lang="de-CH" dirty="0" err="1"/>
              <a:t>Thinking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C88CCD-7D88-44EB-98C1-6D0E8296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Design </a:t>
            </a:r>
            <a:r>
              <a:rPr lang="de-CH" dirty="0" err="1"/>
              <a:t>thinking</a:t>
            </a:r>
            <a:r>
              <a:rPr lang="de-CH" dirty="0"/>
              <a:t>, Termin Ansicht</a:t>
            </a:r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E338E11-A622-494A-B178-DBD240D8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276" y="2284988"/>
            <a:ext cx="64150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11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721D0-7905-4645-AFD7-DF35E163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Features </a:t>
            </a:r>
            <a:r>
              <a:rPr lang="de-CH" dirty="0" err="1"/>
              <a:t>implemented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Design </a:t>
            </a:r>
            <a:r>
              <a:rPr lang="de-CH" dirty="0" err="1"/>
              <a:t>Thinking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C88CCD-7D88-44EB-98C1-6D0E8296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Implementierte Termin Ansicht</a:t>
            </a:r>
          </a:p>
          <a:p>
            <a:endParaRPr lang="de-CH" dirty="0"/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4A53BF-5E94-4D92-AE3D-6D1E7B7B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313" y="2423493"/>
            <a:ext cx="9015246" cy="40693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822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7EED6-C196-4EF1-B5FB-EF095691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Features </a:t>
            </a:r>
            <a:r>
              <a:rPr lang="de-CH" dirty="0" err="1"/>
              <a:t>implemented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Design </a:t>
            </a:r>
            <a:r>
              <a:rPr lang="de-CH" dirty="0" err="1"/>
              <a:t>Thinking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DFFE58-35B0-48A5-847F-139E7958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Nicht umgesetzte Features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8A27CD9-DAB8-49B0-9DB2-61CF68568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788" y="2503217"/>
            <a:ext cx="3111319" cy="38086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FBEA759-311A-4BA8-BACB-77D0FED4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165" y="1632660"/>
            <a:ext cx="4096215" cy="486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1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276E9-869E-4E66-A7AE-6A6F3E9A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Coding Highlights -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6142AB-7362-4961-90CD-93A7B164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MVP: </a:t>
            </a:r>
            <a:r>
              <a:rPr lang="en-US" dirty="0" err="1"/>
              <a:t>Auftrennung</a:t>
            </a:r>
            <a:r>
              <a:rPr lang="en-US" dirty="0"/>
              <a:t> </a:t>
            </a:r>
            <a:r>
              <a:rPr lang="en-US" dirty="0" err="1"/>
              <a:t>Anzeige</a:t>
            </a:r>
            <a:r>
              <a:rPr lang="en-US" dirty="0"/>
              <a:t> &amp; </a:t>
            </a:r>
            <a:r>
              <a:rPr lang="en-US" dirty="0" err="1"/>
              <a:t>Buissneslogik</a:t>
            </a:r>
            <a:r>
              <a:rPr lang="en-US" dirty="0"/>
              <a:t>​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CFD900-FDD5-4ED5-9B00-CCB075723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213" y="2759075"/>
            <a:ext cx="62865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2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1E9F1-ADE2-4B90-99DA-8343C1F2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Coding Highlights - Design Pattern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84E09B-FC08-4ECC-8D78-79961272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Auftrennung</a:t>
            </a:r>
            <a:r>
              <a:rPr lang="en-US" dirty="0"/>
              <a:t> </a:t>
            </a:r>
            <a:r>
              <a:rPr lang="en-US" dirty="0" err="1"/>
              <a:t>Businesslogik</a:t>
            </a:r>
            <a:r>
              <a:rPr lang="en-US" dirty="0"/>
              <a:t> - </a:t>
            </a:r>
            <a:r>
              <a:rPr lang="en-US" dirty="0" err="1"/>
              <a:t>Datenbeschaffung</a:t>
            </a:r>
            <a:r>
              <a:rPr lang="en-US" dirty="0"/>
              <a:t>​</a:t>
            </a:r>
          </a:p>
          <a:p>
            <a:pPr fontAlgn="base"/>
            <a:r>
              <a:rPr lang="en-US" dirty="0" err="1"/>
              <a:t>Unabhängkeit</a:t>
            </a:r>
            <a:r>
              <a:rPr lang="en-US" dirty="0"/>
              <a:t> </a:t>
            </a:r>
            <a:r>
              <a:rPr lang="en-US" dirty="0" err="1"/>
              <a:t>Datenquelle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67DCA4-862B-46BD-BBD7-19AD175D1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809" y="2458841"/>
            <a:ext cx="697230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80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64CCF-DD62-4DC1-9748-0708587B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Scrum</a:t>
            </a:r>
            <a:r>
              <a:rPr lang="de-CH" dirty="0"/>
              <a:t> Rückblick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E83276-4D2A-4402-BD95-666A9E88A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alibri" panose="020F0502020204030204" pitchFamily="34" charset="0"/>
              <a:buChar char="+"/>
            </a:pPr>
            <a:r>
              <a:rPr lang="de-CH" dirty="0"/>
              <a:t> Gute Aufgabenteilung</a:t>
            </a:r>
          </a:p>
          <a:p>
            <a:pPr>
              <a:buFont typeface="Calibri" panose="020F0502020204030204" pitchFamily="34" charset="0"/>
              <a:buChar char="+"/>
            </a:pPr>
            <a:r>
              <a:rPr lang="de-CH" dirty="0"/>
              <a:t> Genaue Zeitschätzungen</a:t>
            </a:r>
          </a:p>
          <a:p>
            <a:pPr>
              <a:buFont typeface="Calibri" panose="020F0502020204030204" pitchFamily="34" charset="0"/>
              <a:buChar char="+"/>
            </a:pPr>
            <a:r>
              <a:rPr lang="de-CH" dirty="0"/>
              <a:t> Grosser Umsetzungsumfang</a:t>
            </a:r>
          </a:p>
          <a:p>
            <a:pPr marL="0" indent="0">
              <a:buNone/>
            </a:pPr>
            <a:endParaRPr lang="de-CH" dirty="0"/>
          </a:p>
          <a:p>
            <a:pPr>
              <a:buFont typeface="Symbol" panose="05050102010706020507" pitchFamily="18" charset="2"/>
              <a:buChar char="-"/>
            </a:pPr>
            <a:r>
              <a:rPr lang="de-CH" dirty="0"/>
              <a:t> Abhängigkeiten unter den Tasks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CH" dirty="0"/>
              <a:t> Viel Overhead</a:t>
            </a:r>
          </a:p>
        </p:txBody>
      </p:sp>
    </p:spTree>
    <p:extLst>
      <p:ext uri="{BB962C8B-B14F-4D97-AF65-F5344CB8AC3E}">
        <p14:creationId xmlns:p14="http://schemas.microsoft.com/office/powerpoint/2010/main" val="241993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0CA7C-E7AB-49A6-9791-58763977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14741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</Words>
  <Application>Microsoft Office PowerPoint</Application>
  <PresentationFormat>Breitbild</PresentationFormat>
  <Paragraphs>27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</vt:lpstr>
      <vt:lpstr>Task 9: Final Presentation</vt:lpstr>
      <vt:lpstr>Features implemented vs Design Thinking</vt:lpstr>
      <vt:lpstr>Features implemented vs Design Thinking</vt:lpstr>
      <vt:lpstr>Features implemented vs Design Thinking</vt:lpstr>
      <vt:lpstr>Features implemented vs Design Thinking</vt:lpstr>
      <vt:lpstr>Features implemented vs Design Thinking</vt:lpstr>
      <vt:lpstr>Coding Highlights - Architektur</vt:lpstr>
      <vt:lpstr>Coding Highlights - Design Pattern</vt:lpstr>
      <vt:lpstr>Scrum Rückblick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9: Final Presentation</dc:title>
  <dc:creator>Peytrignet Alain David</dc:creator>
  <cp:lastModifiedBy>Peytrignet Alain David</cp:lastModifiedBy>
  <cp:revision>7</cp:revision>
  <dcterms:created xsi:type="dcterms:W3CDTF">2020-06-08T14:48:20Z</dcterms:created>
  <dcterms:modified xsi:type="dcterms:W3CDTF">2020-06-08T16:12:29Z</dcterms:modified>
</cp:coreProperties>
</file>